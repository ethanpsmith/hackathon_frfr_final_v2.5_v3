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57136a0c3d479f" /><Relationship Type="http://schemas.openxmlformats.org/officeDocument/2006/relationships/extended-properties" Target="/docProps/app.xml" Id="R53a26fa4e5a0454c" /><Relationship Type="http://schemas.openxmlformats.org/officeDocument/2006/relationships/officeDocument" Target="/ppt/presentation.xml" Id="R5bc9a52bbffd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589f03463440c3"/>
  </p:sldMasterIdLst>
  <p:notesMasterIdLst>
    <p:notesMasterId xmlns:r="http://schemas.openxmlformats.org/officeDocument/2006/relationships" r:id="R7c8fe9f5596e4754"/>
  </p:notesMasterIdLst>
  <p:sldIdLst>
    <p:sldId xmlns:r="http://schemas.openxmlformats.org/officeDocument/2006/relationships" id="256" r:id="Re238bbe3f1344021"/>
    <p:sldId xmlns:r="http://schemas.openxmlformats.org/officeDocument/2006/relationships" id="257" r:id="R3ca9dc1ee983485d"/>
    <p:sldId xmlns:r="http://schemas.openxmlformats.org/officeDocument/2006/relationships" id="258" r:id="R0c63cee2268c4fe2"/>
    <p:sldId xmlns:r="http://schemas.openxmlformats.org/officeDocument/2006/relationships" id="259" r:id="Rf5c7e0f16ebf4c73"/>
    <p:sldId xmlns:r="http://schemas.openxmlformats.org/officeDocument/2006/relationships" id="260" r:id="R0304a39a68b5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c126ceaf94bd0" /><Relationship Type="http://schemas.openxmlformats.org/officeDocument/2006/relationships/slideMaster" Target="/ppt/slideMasters/slideMaster1.xml" Id="R95589f03463440c3" /><Relationship Type="http://schemas.openxmlformats.org/officeDocument/2006/relationships/notesMaster" Target="/ppt/notesMasters/notesMaster1.xml" Id="R7c8fe9f5596e4754" /><Relationship Type="http://schemas.openxmlformats.org/officeDocument/2006/relationships/presProps" Target="/ppt/presProps.xml" Id="Rd38d80602802429f" /><Relationship Type="http://schemas.openxmlformats.org/officeDocument/2006/relationships/viewProps" Target="/ppt/viewProps.xml" Id="R61b807d17c5348b9" /><Relationship Type="http://schemas.openxmlformats.org/officeDocument/2006/relationships/tableStyles" Target="/ppt/tableStyles.xml" Id="R980d58a47f3544da" /><Relationship Type="http://schemas.openxmlformats.org/officeDocument/2006/relationships/slide" Target="/ppt/slides/slide1.xml" Id="Re238bbe3f1344021" /><Relationship Type="http://schemas.openxmlformats.org/officeDocument/2006/relationships/slide" Target="/ppt/slides/slide2.xml" Id="R3ca9dc1ee983485d" /><Relationship Type="http://schemas.openxmlformats.org/officeDocument/2006/relationships/slide" Target="/ppt/slides/slide3.xml" Id="R0c63cee2268c4fe2" /><Relationship Type="http://schemas.openxmlformats.org/officeDocument/2006/relationships/slide" Target="/ppt/slides/slide4.xml" Id="Rf5c7e0f16ebf4c73" /><Relationship Type="http://schemas.openxmlformats.org/officeDocument/2006/relationships/slide" Target="/ppt/slides/slide5.xml" Id="R0304a39a68b5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99454f930d41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90ca4a3eb4ccb" /><Relationship Type="http://schemas.openxmlformats.org/officeDocument/2006/relationships/notesMaster" Target="/ppt/notesMasters/notesMaster1.xml" Id="R47637db2bc11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3a3b0d90c4727" /><Relationship Type="http://schemas.openxmlformats.org/officeDocument/2006/relationships/notesMaster" Target="/ppt/notesMasters/notesMaster1.xml" Id="R10ab0aa3fc8e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ea73433e234149" /><Relationship Type="http://schemas.openxmlformats.org/officeDocument/2006/relationships/notesMaster" Target="/ppt/notesMasters/notesMaster1.xml" Id="Rb6f333768e68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ebcc27ac04c39" /><Relationship Type="http://schemas.openxmlformats.org/officeDocument/2006/relationships/notesMaster" Target="/ppt/notesMasters/notesMaster1.xml" Id="Rc9c72480143e4d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c3356b75449dd" /><Relationship Type="http://schemas.openxmlformats.org/officeDocument/2006/relationships/notesMaster" Target="/ppt/notesMasters/notesMaster1.xml" Id="R37a11cd00c77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README.md, docs/ARCHITECTURE.md and docs/TEST_RESULTS.md. This deck describes the software/SITL prototype and its limits; it is not a flight-readiness assessment.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flight-software/quadstack/core.py, service.py and delivery.py. The state gates and mission checks describe implemented policy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README.md; simulation/transport.py; simulation/version-manifest.json. SITL uses ArduCopter 4.6.3 with an unmodified stock X-quad dynamics model (3 kg, 350 mm, 3S), not selected-aircraft dynamics. Sensor observations are synthetic where noted; simulated release is in-memory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docs/TEST_RESULTS.md and docs/test-evidence.json. The 143 full-suite checks and 9 bridge checks were separate runs (152 distinct checks in total). The table states the tested scope and principal model limits.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validation gates are proposed from the documented model and hardware gaps. No schedule or physical-flight readiness date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d58363afa41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775b1225547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0bfcd3baa43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e7d577b7d44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e1434e3f644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c31492af748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e67328ca141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8e3c256b74d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33f4dade44623" /><Relationship Type="http://schemas.openxmlformats.org/officeDocument/2006/relationships/image" Target="/ppt/media/image.png" Id="R4fc1015e1d594f3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0bce087a74436" /><Relationship Type="http://schemas.openxmlformats.org/officeDocument/2006/relationships/image" Target="/ppt/media/image2.png" Id="Rbbdd3c78a48b442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4fc1015e1d594f3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bbdd3c78a48b44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f16cf9e3244381" /><Relationship Type="http://schemas.openxmlformats.org/officeDocument/2006/relationships/slideLayout" Target="/ppt/slideLayouts/slideLayout1.xml" Id="Re60961398c2342ea" /><Relationship Type="http://schemas.openxmlformats.org/officeDocument/2006/relationships/slideLayout" Target="/ppt/slideLayouts/slideLayout2.xml" Id="Rea59546f72dd4e36" /><Relationship Type="http://schemas.openxmlformats.org/officeDocument/2006/relationships/slideLayout" Target="/ppt/slideLayouts/slideLayout3.xml" Id="Rc23bcec6132441e2" /><Relationship Type="http://schemas.openxmlformats.org/officeDocument/2006/relationships/slideLayout" Target="/ppt/slideLayouts/slideLayout4.xml" Id="R913d7b4da18745b0" /><Relationship Type="http://schemas.openxmlformats.org/officeDocument/2006/relationships/slideLayout" Target="/ppt/slideLayouts/slideLayout5.xml" Id="R28df38dbaad24696" /><Relationship Type="http://schemas.openxmlformats.org/officeDocument/2006/relationships/slideLayout" Target="/ppt/slideLayouts/slideLayout6.xml" Id="R61c912c99e994c9e" /><Relationship Type="http://schemas.openxmlformats.org/officeDocument/2006/relationships/slideLayout" Target="/ppt/slideLayouts/slideLayout7.xml" Id="R0fc7acd2fce14195" /><Relationship Type="http://schemas.openxmlformats.org/officeDocument/2006/relationships/slideLayout" Target="/ppt/slideLayouts/slideLayout8.xml" Id="R2338938a01474986" /><Relationship Type="http://schemas.openxmlformats.org/officeDocument/2006/relationships/slideLayout" Target="/ppt/slideLayouts/slideLayout9.xml" Id="R0d70b7d9b14047ae" /><Relationship Type="http://schemas.openxmlformats.org/officeDocument/2006/relationships/slideLayout" Target="/ppt/slideLayouts/slideLayout10.xml" Id="R4cca579daf354b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0961398c2342ea"/>
    <p:sldLayoutId xmlns:r="http://schemas.openxmlformats.org/officeDocument/2006/relationships" id="2147483650" r:id="Rea59546f72dd4e36"/>
    <p:sldLayoutId xmlns:r="http://schemas.openxmlformats.org/officeDocument/2006/relationships" id="2147483651" r:id="Rc23bcec6132441e2"/>
    <p:sldLayoutId xmlns:r="http://schemas.openxmlformats.org/officeDocument/2006/relationships" id="2147483652" r:id="R913d7b4da18745b0"/>
    <p:sldLayoutId xmlns:r="http://schemas.openxmlformats.org/officeDocument/2006/relationships" id="2147483653" r:id="R28df38dbaad24696"/>
    <p:sldLayoutId xmlns:r="http://schemas.openxmlformats.org/officeDocument/2006/relationships" id="2147483654" r:id="R61c912c99e994c9e"/>
    <p:sldLayoutId xmlns:r="http://schemas.openxmlformats.org/officeDocument/2006/relationships" id="2147483655" r:id="R0fc7acd2fce14195"/>
    <p:sldLayoutId xmlns:r="http://schemas.openxmlformats.org/officeDocument/2006/relationships" id="2147483656" r:id="R2338938a01474986"/>
    <p:sldLayoutId xmlns:r="http://schemas.openxmlformats.org/officeDocument/2006/relationships" id="2147483657" r:id="R0d70b7d9b14047ae"/>
    <p:sldLayoutId xmlns:r="http://schemas.openxmlformats.org/officeDocument/2006/relationships" id="2147483658" r:id="R4cca579daf354b8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9b4c58c104422" /><Relationship Type="http://schemas.openxmlformats.org/officeDocument/2006/relationships/notesSlide" Target="/ppt/notesSlides/notesSlide1.xml" Id="R041f5e808769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67b6a465c2c4288" /><Relationship Type="http://schemas.openxmlformats.org/officeDocument/2006/relationships/notesSlide" Target="/ppt/notesSlides/notesSlide2.xml" Id="R3089238f367944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fb6ef40d3447e" /><Relationship Type="http://schemas.openxmlformats.org/officeDocument/2006/relationships/notesSlide" Target="/ppt/notesSlides/notesSlide3.xml" Id="Rfa619e041db9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e7f3839784040" /><Relationship Type="http://schemas.openxmlformats.org/officeDocument/2006/relationships/notesSlide" Target="/ppt/notesSlides/notesSlide4.xml" Id="Reebd1e4dd9e945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7e755945e547c9" /><Relationship Type="http://schemas.openxmlformats.org/officeDocument/2006/relationships/notesSlide" Target="/ppt/notesSlides/notesSlide5.xml" Id="Rb54b88face3448f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Flight Software &amp;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SITL Architecture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Review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10 October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Program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Compact Delivery Quad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Q4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Hackathon Project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1CB55C7-DE32-4C03-8A98-3B6D7D62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SITL system architecture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01  Companion policy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Authenticates requests, validates route, health and return reserve, then uploads the mission. Recovery requests are limited to RTL or LAND.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  ArduCopter SITL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4.6.3 stock X-quad model owns dynamics and flight-controller failsafes; MAVLink telemetry feeds the companion and test logger.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  Sensors + evidence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GNSS, range, camera and payload interlocks are synthetic. Fault injection and JSONL/DataFlash logs support review; release stays in-memory.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Loopback-only test: companion and ArduCopter SITL run on the host; synthetic observations and local logs close the loop. Nothing connects to a physical aircraft.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Flight-control responsibilities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Pixhawk 6C • ArduCopter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Owns stabilization, state estimation, motor mixing, arming checks, navigation and flight modes.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Executes AUTO missions and geofence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Owns battery, RC and GCS failsafes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Accepts bounded RTL / LAND recovery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 Zero 2 W • Python companion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Authenticates requests; validates route, state, health and return margin.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Reports health and mission status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Optional image-only fiducial input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arm, motor, servo or parameter API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Boundary rule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ArduCopter remains the flight and safety authority. The companion may upload a validated mission or request RTL/LAND recovery; the operator explicitly starts every SITL flight.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Payload actuation is an in-memory mock, gated by explicit SITL opt-in; no servo or gripper command is sent.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SITL evidence and model limits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152 distinct checks passed across two runs: 143 full-suite checks and 9 bridge checks. SITL validates software behavior; the selected aircraft’s performance is not validated.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190750"/>
                <a:gridCol w="1143000"/>
                <a:gridCol w="2857500"/>
                <a:gridCol w="2876550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Evidence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Coverage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Result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Setup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Limit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Policy + API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132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/ HTTP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 hardware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Delivery faults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14 flights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RTL/LAND + mock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Stock quad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 navigation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 round trip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SITL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Not GPS accuracy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Geographic routes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 routes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WGS84; 0.92–1.45 km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Cargo retained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Bridge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9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Custom GPS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Separate run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FC boundary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37 params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Upload disarmed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SITL only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Dynamics model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Stock X: 3 kg / 350 mm / 3S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Baseline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Study: 5.70 kg / 650 mm / 6S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Not modeled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Payload output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In-memory mock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Opt-in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 servo command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 reliability proof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Airframe fidelity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Fit the model to verified 5.70 kg, 650 mm, 16 in and 6S data before making performance claims.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validation gates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Sensor fidelity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 interface, mounting, timing and calibration; add measured noise and dropout profiles.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Bench readiness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 wiring and failsafes on a prop-off bench; physical actuation needs an approved test procedure.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3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2026-10-11T00:19:50.3370000Z</dcterms:created>
  <dcterms:modified xsi:type="dcterms:W3CDTF">2026-10-11T00:19:50.3370000Z</dcterms:modified>
</coreProperties>
</file>